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6" r:id="rId1"/>
  </p:sldMasterIdLst>
  <p:notesMasterIdLst>
    <p:notesMasterId r:id="rId5"/>
  </p:notes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4" autoAdjust="0"/>
    <p:restoredTop sz="95326" autoAdjust="0"/>
  </p:normalViewPr>
  <p:slideViewPr>
    <p:cSldViewPr snapToGrid="0">
      <p:cViewPr varScale="1">
        <p:scale>
          <a:sx n="97" d="100"/>
          <a:sy n="97" d="100"/>
        </p:scale>
        <p:origin x="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Тест-кейсы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32-4A6B-A063-14D4211A6E87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B32-4A6B-A063-14D4211A6E8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Лист1!$A$2:$A$5</c:f>
              <c:strCache>
                <c:ptCount val="2"/>
                <c:pt idx="0">
                  <c:v>Пройдено</c:v>
                </c:pt>
                <c:pt idx="1">
                  <c:v>Не пройдено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10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32-4A6B-A063-14D4211A6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16917-AF34-4E3E-8AC9-8F17F94C09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F1EA3-622C-402E-95DB-B3891E9D1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98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9788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900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24687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086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4625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22616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47021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0738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23451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5752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39795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665371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405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8033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7603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20501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15988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600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86064" y="1277110"/>
            <a:ext cx="9419871" cy="229862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b="1" cap="none" dirty="0">
                <a:latin typeface="Times New Roman"/>
                <a:cs typeface="Times New Roman"/>
              </a:rPr>
              <a:t>Тестирование сайта </a:t>
            </a:r>
            <a:r>
              <a:rPr lang="en-US" b="1" cap="none" dirty="0">
                <a:latin typeface="Times New Roman"/>
                <a:cs typeface="Times New Roman"/>
              </a:rPr>
              <a:t>“Papa</a:t>
            </a:r>
            <a:r>
              <a:rPr lang="ru-RU" b="1" cap="none" dirty="0">
                <a:latin typeface="Times New Roman"/>
                <a:cs typeface="Times New Roman"/>
              </a:rPr>
              <a:t> </a:t>
            </a:r>
            <a:r>
              <a:rPr lang="en-US" b="1" cap="none" dirty="0">
                <a:latin typeface="Times New Roman"/>
                <a:cs typeface="Times New Roman"/>
              </a:rPr>
              <a:t>Pizza”</a:t>
            </a:r>
            <a:endParaRPr lang="ru-RU" b="1" cap="none" dirty="0">
              <a:latin typeface="Times New Roman"/>
              <a:cs typeface="Times New Roman"/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D455A2AA-7A36-4E64-924C-EAC3DE05D94A}"/>
              </a:ext>
            </a:extLst>
          </p:cNvPr>
          <p:cNvSpPr>
            <a:spLocks noGrp="1"/>
          </p:cNvSpPr>
          <p:nvPr/>
        </p:nvSpPr>
        <p:spPr>
          <a:xfrm>
            <a:off x="8737104" y="4841275"/>
            <a:ext cx="3454896" cy="20167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ru-RU" sz="2400" dirty="0">
                <a:solidFill>
                  <a:schemeClr val="tx1"/>
                </a:solidFill>
                <a:latin typeface="Times New Roman"/>
                <a:cs typeface="Times New Roman"/>
              </a:rPr>
              <a:t>Выполнил: Назаров З. С.</a:t>
            </a:r>
            <a:endParaRPr lang="ru-RU" sz="2400" dirty="0">
              <a:solidFill>
                <a:schemeClr val="tx1"/>
              </a:solidFill>
              <a:latin typeface="Times New Roman"/>
              <a:cs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dirty="0">
                <a:solidFill>
                  <a:schemeClr val="tx1"/>
                </a:solidFill>
                <a:latin typeface="Times New Roman"/>
                <a:cs typeface="Times New Roman"/>
              </a:rPr>
              <a:t>Группа: </a:t>
            </a: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QA51</a:t>
            </a:r>
            <a:endParaRPr lang="ru-RU" sz="2400" dirty="0">
              <a:solidFill>
                <a:schemeClr val="tx1"/>
              </a:solidFill>
              <a:latin typeface="Times New Roman"/>
              <a:cs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dirty="0">
                <a:solidFill>
                  <a:schemeClr val="tx1"/>
                </a:solidFill>
                <a:latin typeface="Times New Roman"/>
                <a:cs typeface="Times New Roman"/>
              </a:rPr>
              <a:t>Руководитель: </a:t>
            </a:r>
            <a:endParaRPr lang="ru-RU" sz="2400" dirty="0">
              <a:solidFill>
                <a:schemeClr val="tx1"/>
              </a:solidFill>
              <a:latin typeface="Times New Roman"/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Шабунин П. Ю.</a:t>
            </a:r>
            <a:endParaRPr lang="ru-RU" dirty="0">
              <a:latin typeface="Cambria" pitchFamily="18" charset="0"/>
            </a:endParaRPr>
          </a:p>
        </p:txBody>
      </p:sp>
      <p:pic>
        <p:nvPicPr>
          <p:cNvPr id="4" name="Рисунок 3" descr="Изображение выглядит как текст, Шрифт, снимок экрана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9965F8D-9461-EDCC-6CB2-3757010A6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4" y="5156907"/>
            <a:ext cx="1836898" cy="183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D77F6-29BB-4ED8-B8B2-941336A0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463040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>
                <a:latin typeface="Times New Roman"/>
                <a:ea typeface="+mj-lt"/>
                <a:cs typeface="+mj-lt"/>
              </a:rPr>
              <a:t>РУЧНОЕ ТЕСТИРОВАНИЕ</a:t>
            </a:r>
            <a:endParaRPr lang="ru-RU" sz="4000" b="1" dirty="0">
              <a:latin typeface="Times New Roman"/>
              <a:cs typeface="Times New Roman"/>
            </a:endParaRPr>
          </a:p>
        </p:txBody>
      </p:sp>
      <p:sp>
        <p:nvSpPr>
          <p:cNvPr id="46" name="Номер слайда 45">
            <a:extLst>
              <a:ext uri="{FF2B5EF4-FFF2-40B4-BE49-F238E27FC236}">
                <a16:creationId xmlns:a16="http://schemas.microsoft.com/office/drawing/2014/main" id="{0045E838-FB69-48F9-93D9-B1627857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130" y="522898"/>
            <a:ext cx="386861" cy="497009"/>
          </a:xfrm>
        </p:spPr>
        <p:txBody>
          <a:bodyPr/>
          <a:lstStyle/>
          <a:p>
            <a:fld id="{D57F1E4F-1CFF-5643-939E-02111984F565}" type="slidenum"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19169" y="4525916"/>
            <a:ext cx="49947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Всего тест-кейсов: 13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Пройдено успешно: 10 (76.9%)</a:t>
            </a:r>
          </a:p>
          <a:p>
            <a:r>
              <a:rPr lang="ru-RU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пройдено: 3 (23.1%)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A2048F75-3FF6-B67B-E685-3AC5ADD088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0149045"/>
              </p:ext>
            </p:extLst>
          </p:nvPr>
        </p:nvGraphicFramePr>
        <p:xfrm>
          <a:off x="1091383" y="1610921"/>
          <a:ext cx="4729314" cy="4718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1876C8D-989B-D907-1137-65155C10E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09222"/>
              </p:ext>
            </p:extLst>
          </p:nvPr>
        </p:nvGraphicFramePr>
        <p:xfrm>
          <a:off x="5820697" y="2536127"/>
          <a:ext cx="479173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511">
                  <a:extLst>
                    <a:ext uri="{9D8B030D-6E8A-4147-A177-3AD203B41FA5}">
                      <a16:colId xmlns:a16="http://schemas.microsoft.com/office/drawing/2014/main" val="451699870"/>
                    </a:ext>
                  </a:extLst>
                </a:gridCol>
                <a:gridCol w="774573">
                  <a:extLst>
                    <a:ext uri="{9D8B030D-6E8A-4147-A177-3AD203B41FA5}">
                      <a16:colId xmlns:a16="http://schemas.microsoft.com/office/drawing/2014/main" val="192101371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362152038"/>
                    </a:ext>
                  </a:extLst>
                </a:gridCol>
                <a:gridCol w="1482046">
                  <a:extLst>
                    <a:ext uri="{9D8B030D-6E8A-4147-A177-3AD203B41FA5}">
                      <a16:colId xmlns:a16="http://schemas.microsoft.com/office/drawing/2014/main" val="3185045789"/>
                    </a:ext>
                  </a:extLst>
                </a:gridCol>
              </a:tblGrid>
              <a:tr h="35774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Приоритет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Всего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Пройдено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 пройдено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538222"/>
                  </a:ext>
                </a:extLst>
              </a:tr>
              <a:tr h="35774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Высокий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189621"/>
                  </a:ext>
                </a:extLst>
              </a:tr>
              <a:tr h="35774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Средний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528225"/>
                  </a:ext>
                </a:extLst>
              </a:tr>
              <a:tr h="35774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Низкий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243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248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770C82-D6A3-8326-6A3E-F53796538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992"/>
            <a:ext cx="12192000" cy="595600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0FA511-A95F-498A-A563-0CBA8C71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132" y="590305"/>
            <a:ext cx="373548" cy="365125"/>
          </a:xfrm>
        </p:spPr>
        <p:txBody>
          <a:bodyPr/>
          <a:lstStyle/>
          <a:p>
            <a:fld id="{D57F1E4F-1CFF-5643-939E-02111984F565}" type="slidenum"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C4776-6CA8-499B-8A26-243EC174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1992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/>
                <a:cs typeface="Times New Roman"/>
              </a:rPr>
              <a:t>АВТОМАТИЗИРОВАННОЕ ТЕСТИРОВАНИЯ</a:t>
            </a:r>
            <a:endParaRPr lang="ru-RU" sz="4000" dirty="0">
              <a:latin typeface="Times New Roman"/>
              <a:ea typeface="+mj-lt"/>
              <a:cs typeface="Times New Roman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D281C4E-5E25-9E96-D7CA-2FB7E5E97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725" y="4306305"/>
            <a:ext cx="3154282" cy="255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850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6231</TotalTime>
  <Words>70</Words>
  <Application>Microsoft Office PowerPoint</Application>
  <PresentationFormat>Широкоэкранный</PresentationFormat>
  <Paragraphs>29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Cambria</vt:lpstr>
      <vt:lpstr>Times New Roman</vt:lpstr>
      <vt:lpstr>Tw Cen MT</vt:lpstr>
      <vt:lpstr>Контур</vt:lpstr>
      <vt:lpstr>Тестирование сайта “Papa Pizza”</vt:lpstr>
      <vt:lpstr>РУЧНОЕ ТЕСТИРОВАНИЕ</vt:lpstr>
      <vt:lpstr>АВТОМАТИЗИРОВАННОЕ ТЕСТИРОВАНИЯ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Зохир Назаров</dc:creator>
  <cp:lastModifiedBy>Zohir Nazarov</cp:lastModifiedBy>
  <cp:revision>803</cp:revision>
  <dcterms:created xsi:type="dcterms:W3CDTF">2020-06-17T18:54:29Z</dcterms:created>
  <dcterms:modified xsi:type="dcterms:W3CDTF">2026-04-01T21:56:13Z</dcterms:modified>
</cp:coreProperties>
</file>